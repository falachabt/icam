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683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Travail en équipe : réseau, IT/Infra, maître d’apprentissage</a:t>
            </a:r>
            <a:endParaRPr lang="en-US" sz="1600" dirty="0"/>
          </a:p>
        </p:txBody>
      </p:sp>
      <p:sp>
        <p:nvSpPr>
          <p:cNvPr id="14" name="Shape 9"/>
          <p:cNvSpPr/>
          <p:nvPr/>
        </p:nvSpPr>
        <p:spPr>
          <a:xfrm>
            <a:off x="6223000" y="1587500"/>
            <a:ext cx="5156200" cy="3683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sauvegarde : fréquence, conservation, restauration</a:t>
            </a:r>
            <a:endParaRPr lang="en-US" sz="1600" dirty="0"/>
          </a:p>
        </p:txBody>
      </p:sp>
      <p:sp>
        <p:nvSpPr>
          <p:cNvPr id="27" name="Shape 22"/>
          <p:cNvSpPr/>
          <p:nvPr/>
        </p:nvSpPr>
        <p:spPr>
          <a:xfrm>
            <a:off x="10185400" y="3949700"/>
            <a:ext cx="1016000" cy="304800"/>
          </a:xfrm>
          <a:prstGeom prst="rect">
            <a:avLst/>
          </a:prstGeom>
          <a:solidFill>
            <a:srgbClr val="0B4F7A"/>
          </a:solidFill>
          <a:ln/>
        </p:spPr>
      </p:sp>
      <p:sp>
        <p:nvSpPr>
          <p:cNvPr id="28" name="Text 23"/>
          <p:cNvSpPr txBox="1"/>
          <p:nvPr/>
        </p:nvSpPr>
        <p:spPr>
          <a:xfrm>
            <a:off x="10185400" y="39497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10185400" y="4686300"/>
            <a:ext cx="1016000" cy="304800"/>
          </a:xfrm>
          <a:prstGeom prst="rect">
            <a:avLst/>
          </a:prstGeom>
          <a:solidFill>
            <a:srgbClr val="0B4F7A"/>
          </a:solidFill>
          <a:ln/>
        </p:spPr>
      </p:sp>
      <p:sp>
        <p:nvSpPr>
          <p:cNvPr id="34" name="Text 29"/>
          <p:cNvSpPr txBox="1"/>
          <p:nvPr/>
        </p:nvSpPr>
        <p:spPr>
          <a:xfrm>
            <a:off x="10185400" y="46863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À RETENIR</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 besoin réel comblé : 2 432 matrices centralisées et consultables en quelques secondes</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Mise en production le 20 août 2026, avec un mois de décalage assumé pour la robustesse de l’import</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Une expérience de co-pilotage technique en autonomie, transférable au métier d’ingénieur</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2026-09-30T22:53:23Z</dcterms:created>
  <dcterms:modified xsi:type="dcterms:W3CDTF">2026-09-30T22:53:23Z</dcterms:modified>
</cp:coreProperties>
</file>